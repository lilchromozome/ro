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4" r:id="rId3"/>
    <p:sldId id="275" r:id="rId4"/>
    <p:sldId id="273" r:id="rId5"/>
    <p:sldId id="270" r:id="rId6"/>
    <p:sldId id="271" r:id="rId7"/>
    <p:sldId id="272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6"/>
  </p:normalViewPr>
  <p:slideViewPr>
    <p:cSldViewPr snapToGrid="0">
      <p:cViewPr varScale="1">
        <p:scale>
          <a:sx n="102" d="100"/>
          <a:sy n="102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E2ADC-B40B-154C-AF0D-11602821C99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4AD2D-8E0D-6B49-BD5E-064BF0AE84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8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57A9-F442-AC5A-939F-CD25EEA5E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71E33-161E-583E-D2F2-E94D73229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69627-8BCE-F635-A346-BD35416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6B302-C427-73E4-DCD0-61EBE9323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AA416-6B2C-68B6-0AEF-BD6C52C4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3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0EA0-9B1C-42D8-391E-8BB0CC5D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66A8E-A4BD-0529-549D-DD08B9035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8D30-248C-27C6-E55F-65011FA5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438A8-B39E-97E8-1F92-3E54CF3BF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88E5-ECF1-F3B2-E4FB-CBE3D683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4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CC5E-BE85-6C40-D896-F266F296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9BFF3-B9B7-CD06-A111-BE0F0A2CD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B6721-FF80-AAA8-372C-F581676E0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04A37-EA20-0C21-ACF8-30D1B35A5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B3F0-8950-AAAC-ADF2-D64145441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3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A6B2-A85C-39F7-A03A-6694B947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080BA-CCCA-FE42-E873-9BB452779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927AA-5CE6-0D5E-BE02-633BAB11F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995B4-1618-47CF-9E92-584623688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000A4-F195-8687-1396-C0EA106D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80E86-40B3-B9D9-BA29-3360A15D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5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62365-343B-A57A-1DB4-B41926F7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0D6CB-E8DC-9A8F-94FB-807D8C3FA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91A89-9765-1234-C3FF-0C2B74164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6B3E2-B560-2C2B-5ABB-8B8A2B745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F346D-8CD0-7248-894A-04918885F2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EE9E9-1126-5C0C-7142-20ACC7247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029D23-A79F-870B-B114-2B71397E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DA465-E0F6-2C21-E86D-1CBC398C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38F6-F275-B2CE-ACB7-50B8D853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9449D-3D78-A556-A384-9F60B92B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F0323-E2F9-B84B-3A2F-71B0A41B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DC476-5ED6-FD1D-4347-402F62B7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7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4D7F2-804B-9C30-2A9E-B21411364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D17D9-0CDD-2713-D779-AA2D0602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D335A-1BFF-B6C7-3AD2-74C55035B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5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2426-5962-DEF1-D4B5-74DC38B3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AB5AE-17DD-6C61-1931-23565AA1E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B7718-952D-75F7-9AEA-301CB74E1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6D7F8-0B1F-0F18-92C9-541DAB31D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D3E34-46F3-93B5-CFE0-219B8EF3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F0728-763B-4B96-11E6-86231E6C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92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5197-D346-120B-0649-E23EECD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E565E-3811-5BD2-24D8-C717BBEE9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A8E0E-A722-DCEB-3BC8-49A04BF9E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33F36-E54A-CD2F-16FD-FC620E49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D16AD-8CD6-4369-07AA-628F793E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46EF5-1FD5-DE24-5A2B-59039E7D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5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FEBE0-2E46-383F-52E8-2E7D4A87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ABBF0-5028-90BA-BC57-5546181B3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7C6A-79DB-45A6-10B3-ADF9EFAE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9C969-2F76-D9CF-E3BE-32B33473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3E9B-6231-5F9A-60AD-9FB565BE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E8B85-9951-62F8-7205-189DF5B6C7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1546A-7411-F910-6F22-2E079FF59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2F9F8-705C-0ED0-3646-93E1001E0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FC86C-83CC-B554-7A49-4B2028AC8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94BF6-652A-A104-2E07-517B3DF7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5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C23C6-83D6-1C2F-3225-551232B4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9EDF5-87C6-A5F0-7C7C-C2F0BB3F8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7C68-C73D-4225-76D2-A50089DFA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B045F-121F-2142-86B6-83866A4C19C2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BC7E-1D75-98E1-496D-3A4ED132B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10B78-61E8-DE5C-441B-42040D194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5B8C3-42CE-5640-8E9F-2DB8169D7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8345-20ED-F869-9729-33A0CC3978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 retinal genes heatmap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342A3-F8EA-1C70-C345-6FED29D18F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 Li</a:t>
            </a:r>
          </a:p>
        </p:txBody>
      </p:sp>
    </p:spTree>
    <p:extLst>
      <p:ext uri="{BB962C8B-B14F-4D97-AF65-F5344CB8AC3E}">
        <p14:creationId xmlns:p14="http://schemas.microsoft.com/office/powerpoint/2010/main" val="320550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894B6C-06F7-02BB-F6CC-E362B5C54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4" y="0"/>
            <a:ext cx="2637693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549D94-6977-D27C-EEF4-CCC8DE5C5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963" y="0"/>
            <a:ext cx="28575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70230-08D3-F50F-C97B-A35C7A3AA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601" y="0"/>
            <a:ext cx="237392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0FCD9-1BB0-B3D6-598F-6D3C806B2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125" y="0"/>
            <a:ext cx="2637693" cy="68580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5D5063-E487-9E74-1081-A30E115F4A97}"/>
              </a:ext>
            </a:extLst>
          </p:cNvPr>
          <p:cNvCxnSpPr/>
          <p:nvPr/>
        </p:nvCxnSpPr>
        <p:spPr>
          <a:xfrm>
            <a:off x="6096000" y="10633"/>
            <a:ext cx="0" cy="68686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19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3EE9-6C7C-FF73-9184-87D12AD9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643"/>
            <a:ext cx="7457924" cy="33899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E29A06-A6B5-557A-95AB-62ABE6162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68035"/>
            <a:ext cx="7457924" cy="3389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AFE18C-B465-2C05-C268-D34B8E373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2271" y="3484416"/>
            <a:ext cx="6072451" cy="33735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4D2F6E-6E35-1983-0D9E-C14C8DF2D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271" y="114680"/>
            <a:ext cx="5965776" cy="331432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1C91FC-6A8E-A00A-9F05-E607F96B329A}"/>
              </a:ext>
            </a:extLst>
          </p:cNvPr>
          <p:cNvCxnSpPr/>
          <p:nvPr/>
        </p:nvCxnSpPr>
        <p:spPr>
          <a:xfrm>
            <a:off x="7483062" y="-65994"/>
            <a:ext cx="0" cy="68686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437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F949-5C94-1617-3F11-962655CB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1656" y="3070618"/>
            <a:ext cx="5732282" cy="1325563"/>
          </a:xfrm>
        </p:spPr>
        <p:txBody>
          <a:bodyPr>
            <a:noAutofit/>
          </a:bodyPr>
          <a:lstStyle/>
          <a:p>
            <a:r>
              <a:rPr lang="en-US" sz="20000" dirty="0"/>
              <a:t>Old plots</a:t>
            </a:r>
          </a:p>
        </p:txBody>
      </p:sp>
    </p:spTree>
    <p:extLst>
      <p:ext uri="{BB962C8B-B14F-4D97-AF65-F5344CB8AC3E}">
        <p14:creationId xmlns:p14="http://schemas.microsoft.com/office/powerpoint/2010/main" val="362147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8EC75779-66E9-40BE-203D-2D0927C58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274" y="3532908"/>
            <a:ext cx="7772400" cy="3532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A89C4-C45B-056C-06D8-3E5633B83AAC}"/>
              </a:ext>
            </a:extLst>
          </p:cNvPr>
          <p:cNvSpPr txBox="1"/>
          <p:nvPr/>
        </p:nvSpPr>
        <p:spPr>
          <a:xfrm>
            <a:off x="163071" y="284011"/>
            <a:ext cx="180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Undifferentiated cells</a:t>
            </a:r>
          </a:p>
        </p:txBody>
      </p:sp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5FE39D2E-9DA9-37DA-69D8-FCD5D8E18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0"/>
            <a:ext cx="7772400" cy="353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1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D7BD9-729C-D7C3-5A13-49AFA5F9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AF6F3796-ADB2-C961-16F5-B70401D6A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49" y="3532908"/>
            <a:ext cx="7772400" cy="3532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E241E5-BB9B-0FCA-5710-5A7DA5BFD32D}"/>
              </a:ext>
            </a:extLst>
          </p:cNvPr>
          <p:cNvSpPr txBox="1"/>
          <p:nvPr/>
        </p:nvSpPr>
        <p:spPr>
          <a:xfrm>
            <a:off x="65988" y="227450"/>
            <a:ext cx="180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 cells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2C21027E-8513-D8F5-941B-794FA2A64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548" y="0"/>
            <a:ext cx="7772400" cy="353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9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11C52-C6BF-0042-5EF5-8E841BE00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816006F-0017-454F-6BBE-AC7ABFA4181A}"/>
              </a:ext>
            </a:extLst>
          </p:cNvPr>
          <p:cNvSpPr txBox="1"/>
          <p:nvPr/>
        </p:nvSpPr>
        <p:spPr>
          <a:xfrm>
            <a:off x="1095902" y="123755"/>
            <a:ext cx="1805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Combined RO and undifferentiated cells</a:t>
            </a:r>
          </a:p>
        </p:txBody>
      </p:sp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A66E610B-0551-206A-3215-C7BF0566C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98" y="0"/>
            <a:ext cx="7772400" cy="3179617"/>
          </a:xfrm>
          <a:prstGeom prst="rect">
            <a:avLst/>
          </a:prstGeom>
        </p:spPr>
      </p:pic>
      <p:pic>
        <p:nvPicPr>
          <p:cNvPr id="5" name="Picture 4" descr="A diagram of different colored squares&#10;&#10;AI-generated content may be incorrect.">
            <a:extLst>
              <a:ext uri="{FF2B5EF4-FFF2-40B4-BE49-F238E27FC236}">
                <a16:creationId xmlns:a16="http://schemas.microsoft.com/office/drawing/2014/main" id="{1F7BA190-3E29-2415-DCE4-2EC7CCBB6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698" y="3179617"/>
            <a:ext cx="7772400" cy="317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6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hart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4BADC257-A60F-63C3-D954-2CBCABEE0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538" y="0"/>
            <a:ext cx="2901462" cy="6858000"/>
          </a:xfrm>
          <a:prstGeom prst="rect">
            <a:avLst/>
          </a:prstGeom>
        </p:spPr>
      </p:pic>
      <p:pic>
        <p:nvPicPr>
          <p:cNvPr id="15" name="Picture 14" descr="A chart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05FAB2B2-0A97-7F37-660E-E833BF25A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076" y="0"/>
            <a:ext cx="2901462" cy="6858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541F2CF-6995-C9B1-9D9F-5B87EB2C7F00}"/>
              </a:ext>
            </a:extLst>
          </p:cNvPr>
          <p:cNvSpPr txBox="1"/>
          <p:nvPr/>
        </p:nvSpPr>
        <p:spPr>
          <a:xfrm>
            <a:off x="1095902" y="123755"/>
            <a:ext cx="1805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Combined RO and undifferentiated cells</a:t>
            </a:r>
          </a:p>
        </p:txBody>
      </p:sp>
    </p:spTree>
    <p:extLst>
      <p:ext uri="{BB962C8B-B14F-4D97-AF65-F5344CB8AC3E}">
        <p14:creationId xmlns:p14="http://schemas.microsoft.com/office/powerpoint/2010/main" val="3893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4E72-2745-4F35-32FA-A0149949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73647F3E-85DF-536D-3C95-CFE5E4770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099" y="10633"/>
            <a:ext cx="2373923" cy="6858000"/>
          </a:xfrm>
          <a:prstGeom prst="rect">
            <a:avLst/>
          </a:prstGeom>
        </p:spPr>
      </p:pic>
      <p:pic>
        <p:nvPicPr>
          <p:cNvPr id="7" name="Picture 6" descr="A chart of a number of red and blue squares&#10;&#10;AI-generated content may be incorrect.">
            <a:extLst>
              <a:ext uri="{FF2B5EF4-FFF2-40B4-BE49-F238E27FC236}">
                <a16:creationId xmlns:a16="http://schemas.microsoft.com/office/drawing/2014/main" id="{852936FE-44FB-12BE-12DC-B48A9D167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176" y="10633"/>
            <a:ext cx="237392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505D35-6E2B-8AE4-368D-C433E9222F9C}"/>
              </a:ext>
            </a:extLst>
          </p:cNvPr>
          <p:cNvSpPr txBox="1"/>
          <p:nvPr/>
        </p:nvSpPr>
        <p:spPr>
          <a:xfrm>
            <a:off x="0" y="274584"/>
            <a:ext cx="180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Undifferentiated cells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643A92-2141-B82E-67FD-4E8D160C4F3E}"/>
              </a:ext>
            </a:extLst>
          </p:cNvPr>
          <p:cNvCxnSpPr/>
          <p:nvPr/>
        </p:nvCxnSpPr>
        <p:spPr>
          <a:xfrm>
            <a:off x="6096000" y="10633"/>
            <a:ext cx="0" cy="68686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hart of a number of dna&#10;&#10;AI-generated content may be incorrect.">
            <a:extLst>
              <a:ext uri="{FF2B5EF4-FFF2-40B4-BE49-F238E27FC236}">
                <a16:creationId xmlns:a16="http://schemas.microsoft.com/office/drawing/2014/main" id="{C011D998-AB7B-6F34-A815-3ACB68072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784" y="0"/>
            <a:ext cx="2373923" cy="6858000"/>
          </a:xfrm>
          <a:prstGeom prst="rect">
            <a:avLst/>
          </a:prstGeom>
        </p:spPr>
      </p:pic>
      <p:pic>
        <p:nvPicPr>
          <p:cNvPr id="12" name="Picture 11" descr="A chart of different colored squares&#10;&#10;AI-generated content may be incorrect.">
            <a:extLst>
              <a:ext uri="{FF2B5EF4-FFF2-40B4-BE49-F238E27FC236}">
                <a16:creationId xmlns:a16="http://schemas.microsoft.com/office/drawing/2014/main" id="{EDD8BBB0-F079-AD56-DD5A-DBBDE55CE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7845" y="0"/>
            <a:ext cx="2373923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E11865-80AD-DBC0-91B7-34DC96FD6038}"/>
              </a:ext>
            </a:extLst>
          </p:cNvPr>
          <p:cNvSpPr txBox="1"/>
          <p:nvPr/>
        </p:nvSpPr>
        <p:spPr>
          <a:xfrm>
            <a:off x="6212264" y="27781"/>
            <a:ext cx="812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RO</a:t>
            </a:r>
          </a:p>
        </p:txBody>
      </p:sp>
    </p:spTree>
    <p:extLst>
      <p:ext uri="{BB962C8B-B14F-4D97-AF65-F5344CB8AC3E}">
        <p14:creationId xmlns:p14="http://schemas.microsoft.com/office/powerpoint/2010/main" val="136276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25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RO retinal genes heatmap</vt:lpstr>
      <vt:lpstr>PowerPoint Presentation</vt:lpstr>
      <vt:lpstr>PowerPoint Presentation</vt:lpstr>
      <vt:lpstr>Old plots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Li</dc:creator>
  <cp:lastModifiedBy>William Li</cp:lastModifiedBy>
  <cp:revision>31</cp:revision>
  <dcterms:created xsi:type="dcterms:W3CDTF">2026-02-11T21:21:55Z</dcterms:created>
  <dcterms:modified xsi:type="dcterms:W3CDTF">2026-03-08T01:56:47Z</dcterms:modified>
</cp:coreProperties>
</file>