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62" r:id="rId4"/>
    <p:sldId id="263" r:id="rId5"/>
    <p:sldId id="266" r:id="rId6"/>
    <p:sldId id="264" r:id="rId7"/>
    <p:sldId id="265" r:id="rId8"/>
    <p:sldId id="257" r:id="rId9"/>
    <p:sldId id="258" r:id="rId10"/>
    <p:sldId id="25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857A9-F442-AC5A-939F-CD25EEA5E1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371E33-161E-583E-D2F2-E94D73229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469627-8BCE-F635-A346-BD354162C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56B302-C427-73E4-DCD0-61EBE9323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9AA416-6B2C-68B6-0AEF-BD6C52C48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0360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C0EA0-9B1C-42D8-391E-8BB0CC5D5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66A8E-A4BD-0529-549D-DD08B9035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558D30-248C-27C6-E55F-65011FA5E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438A8-B39E-97E8-1F92-3E54CF3BF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C788E5-ECF1-F3B2-E4FB-CBE3D6830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147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CC5E-BE85-6C40-D896-F266F2961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19BFF3-B9B7-CD06-A111-BE0F0A2CD7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5B6721-FF80-AAA8-372C-F581676E0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804A37-EA20-0C21-ACF8-30D1B35A5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EB3F0-8950-AAAC-ADF2-D64145441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1328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3A6B2-A85C-39F7-A03A-6694B947E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080BA-CCCA-FE42-E873-9BB4527798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1927AA-5CE6-0D5E-BE02-633BAB11FB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6995B4-1618-47CF-9E92-584623688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000A4-F195-8687-1396-C0EA106D5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480E86-40B3-B9D9-BA29-3360A15DF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015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62365-343B-A57A-1DB4-B41926F7C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B0D6CB-E8DC-9A8F-94FB-807D8C3FA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291A89-9765-1234-C3FF-0C2B74164A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76B3E2-B560-2C2B-5ABB-8B8A2B745D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F346D-8CD0-7248-894A-04918885F2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BEE9E9-1126-5C0C-7142-20ACC7247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029D23-A79F-870B-B114-2B71397E4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ADA465-E0F6-2C21-E86D-1CBC398CF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39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C38F6-F275-B2CE-ACB7-50B8D853D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19449D-3D78-A556-A384-9F60B92B3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5F0323-E2F9-B84B-3A2F-71B0A41B4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5DC476-5ED6-FD1D-4347-402F62B78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072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14D7F2-804B-9C30-2A9E-B21411364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5D17D9-0CDD-2713-D779-AA2D06021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2D335A-1BFF-B6C7-3AD2-74C55035B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751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92426-5962-DEF1-D4B5-74DC38B3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AB5AE-17DD-6C61-1931-23565AA1EE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B7718-952D-75F7-9AEA-301CB74E1A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D6D7F8-0B1F-0F18-92C9-541DAB31D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CD3E34-46F3-93B5-CFE0-219B8EF34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6F0728-763B-4B96-11E6-86231E6C5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592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95197-D346-120B-0649-E23EECD5F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FE565E-3811-5BD2-24D8-C717BBEE9B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2A8E0E-A722-DCEB-3BC8-49A04BF9E2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33F36-E54A-CD2F-16FD-FC620E491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D16AD-8CD6-4369-07AA-628F793EB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F46EF5-1FD5-DE24-5A2B-59039E7D7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752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FEBE0-2E46-383F-52E8-2E7D4A879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BABBF0-5028-90BA-BC57-5546181B32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3F7C6A-79DB-45A6-10B3-ADF9EFAE3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39C969-2F76-D9CF-E3BE-32B33473B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7B3E9B-6231-5F9A-60AD-9FB565BE1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48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CE8B85-9951-62F8-7205-189DF5B6C7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F1546A-7411-F910-6F22-2E079FF59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2F9F8-705C-0ED0-3646-93E1001E0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CFC86C-83CC-B554-7A49-4B2028AC8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94BF6-652A-A104-2E07-517B3DF7B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051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1C23C6-83D6-1C2F-3225-551232B47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E9EDF5-87C6-A5F0-7C7C-C2F0BB3F8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5B7C68-C73D-4225-76D2-A50089DFAF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6B045F-121F-2142-86B6-83866A4C19C2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2BC7E-1D75-98E1-496D-3A4ED132BB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C10B78-61E8-DE5C-441B-42040D1941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638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98345-20ED-F869-9729-33A0CC3978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RO retinal genes heatmap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A342A3-F8EA-1C70-C345-6FED29D18F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Will Li</a:t>
            </a:r>
          </a:p>
        </p:txBody>
      </p:sp>
    </p:spTree>
    <p:extLst>
      <p:ext uri="{BB962C8B-B14F-4D97-AF65-F5344CB8AC3E}">
        <p14:creationId xmlns:p14="http://schemas.microsoft.com/office/powerpoint/2010/main" val="3205502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204866" y="259419"/>
            <a:ext cx="1827881" cy="6339163"/>
          </a:xfrm>
          <a:custGeom>
            <a:avLst/>
            <a:gdLst/>
            <a:ahLst/>
            <a:cxnLst/>
            <a:rect l="l" t="t" r="r" b="b"/>
            <a:pathLst>
              <a:path w="2741822" h="9508744">
                <a:moveTo>
                  <a:pt x="0" y="0"/>
                </a:moveTo>
                <a:lnTo>
                  <a:pt x="2741822" y="0"/>
                </a:lnTo>
                <a:lnTo>
                  <a:pt x="2741822" y="9508744"/>
                </a:lnTo>
                <a:lnTo>
                  <a:pt x="0" y="95087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9640" r="-25339" b="-8675"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3" name="Freeform 3"/>
          <p:cNvSpPr/>
          <p:nvPr/>
        </p:nvSpPr>
        <p:spPr>
          <a:xfrm>
            <a:off x="6341672" y="259419"/>
            <a:ext cx="2124996" cy="6339162"/>
          </a:xfrm>
          <a:custGeom>
            <a:avLst/>
            <a:gdLst/>
            <a:ahLst/>
            <a:cxnLst/>
            <a:rect l="l" t="t" r="r" b="b"/>
            <a:pathLst>
              <a:path w="3478155" h="9400794">
                <a:moveTo>
                  <a:pt x="0" y="0"/>
                </a:moveTo>
                <a:lnTo>
                  <a:pt x="3478155" y="0"/>
                </a:lnTo>
                <a:lnTo>
                  <a:pt x="3478155" y="9400795"/>
                </a:lnTo>
                <a:lnTo>
                  <a:pt x="0" y="94007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7011" b="-8783"/>
            </a:stretch>
          </a:blipFill>
        </p:spPr>
        <p:txBody>
          <a:bodyPr/>
          <a:lstStyle/>
          <a:p>
            <a:r>
              <a:rPr lang="en-US" sz="1200"/>
              <a:t> 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261537" y="6598581"/>
            <a:ext cx="1771210" cy="2698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33"/>
              </a:lnSpc>
            </a:pPr>
            <a:r>
              <a:rPr lang="en-US" sz="1666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E8          L3i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494256" y="6590758"/>
            <a:ext cx="1575856" cy="2776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33"/>
              </a:lnSpc>
            </a:pPr>
            <a:r>
              <a:rPr lang="en-US" sz="1666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E8          L3i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207816" y="427740"/>
            <a:ext cx="997049" cy="17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hNRSC (Liu)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207618" y="897738"/>
            <a:ext cx="997247" cy="17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RPESC (Liu)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433539" y="1429821"/>
            <a:ext cx="771327" cy="17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RPC (Liu)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386013" y="2255157"/>
            <a:ext cx="818853" cy="336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Early RPC</a:t>
            </a:r>
          </a:p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(Dorgau)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452093" y="3552119"/>
            <a:ext cx="752773" cy="336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Late RPC</a:t>
            </a:r>
          </a:p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(Dorgau)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802904" y="4404099"/>
            <a:ext cx="1401961" cy="336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Proliferating RPC</a:t>
            </a:r>
          </a:p>
          <a:p>
            <a:pPr algn="r">
              <a:lnSpc>
                <a:spcPts val="1333"/>
              </a:lnSpc>
            </a:pPr>
            <a:r>
              <a:rPr lang="en-US" sz="1333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(</a:t>
            </a:r>
            <a:r>
              <a:rPr lang="en-US" sz="1333" b="1" dirty="0" err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Dorgau</a:t>
            </a:r>
            <a:r>
              <a:rPr lang="en-US" sz="1333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150140" y="4909307"/>
            <a:ext cx="1054726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67"/>
              </a:lnSpc>
            </a:pPr>
            <a:r>
              <a:rPr lang="en-US" sz="1333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Neurogenic</a:t>
            </a:r>
          </a:p>
          <a:p>
            <a:pPr algn="r">
              <a:lnSpc>
                <a:spcPts val="1467"/>
              </a:lnSpc>
            </a:pPr>
            <a:r>
              <a:rPr lang="en-US" sz="1333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Progenitors</a:t>
            </a:r>
          </a:p>
          <a:p>
            <a:pPr algn="r">
              <a:lnSpc>
                <a:spcPts val="1467"/>
              </a:lnSpc>
            </a:pPr>
            <a:r>
              <a:rPr lang="en-US" sz="1333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(</a:t>
            </a:r>
            <a:r>
              <a:rPr lang="en-US" sz="1333" b="1" dirty="0" err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Dorgau</a:t>
            </a:r>
            <a:r>
              <a:rPr lang="en-US" sz="1333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981300" y="5675541"/>
            <a:ext cx="1223565" cy="336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PC Precursors </a:t>
            </a:r>
          </a:p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(Liu)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981300" y="6181599"/>
            <a:ext cx="1223565" cy="336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PC Precursors </a:t>
            </a:r>
          </a:p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(Dorgau)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993414" y="652106"/>
            <a:ext cx="348258" cy="17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RPE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965335" y="1728697"/>
            <a:ext cx="376337" cy="17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RGC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699051" y="2709881"/>
            <a:ext cx="642621" cy="336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Bipolar</a:t>
            </a:r>
          </a:p>
          <a:p>
            <a:pPr algn="r">
              <a:lnSpc>
                <a:spcPts val="1333"/>
              </a:lnSpc>
            </a:pPr>
            <a:r>
              <a:rPr lang="en-US" sz="1333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Cells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457138" y="3448051"/>
            <a:ext cx="884534" cy="336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Horizontal</a:t>
            </a:r>
          </a:p>
          <a:p>
            <a:pPr algn="r">
              <a:lnSpc>
                <a:spcPts val="1333"/>
              </a:lnSpc>
            </a:pPr>
            <a:r>
              <a:rPr lang="en-US" sz="1333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Cells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569849" y="4113488"/>
            <a:ext cx="771823" cy="336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Amacrine</a:t>
            </a:r>
          </a:p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Cells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090226" y="5069116"/>
            <a:ext cx="1251446" cy="17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Photoreceptors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457137" y="5938182"/>
            <a:ext cx="884535" cy="336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Muller glial</a:t>
            </a:r>
          </a:p>
          <a:p>
            <a:pPr algn="r">
              <a:lnSpc>
                <a:spcPts val="1333"/>
              </a:lnSpc>
            </a:pPr>
            <a:r>
              <a:rPr lang="en-US" sz="1333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cells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C59629-AD6E-56A1-3681-5F01D9E5D206}"/>
              </a:ext>
            </a:extLst>
          </p:cNvPr>
          <p:cNvSpPr txBox="1"/>
          <p:nvPr/>
        </p:nvSpPr>
        <p:spPr>
          <a:xfrm>
            <a:off x="109685" y="822281"/>
            <a:ext cx="204045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FINAL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83F4E-8C20-259E-5362-924321ECC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E426A7F-0E4C-5614-CDF0-5E04AD9536DC}"/>
              </a:ext>
            </a:extLst>
          </p:cNvPr>
          <p:cNvSpPr txBox="1"/>
          <p:nvPr/>
        </p:nvSpPr>
        <p:spPr>
          <a:xfrm>
            <a:off x="10069033" y="40084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3BE272-5AAB-3E63-A3A7-98DDADB2B02C}"/>
              </a:ext>
            </a:extLst>
          </p:cNvPr>
          <p:cNvSpPr txBox="1"/>
          <p:nvPr/>
        </p:nvSpPr>
        <p:spPr>
          <a:xfrm>
            <a:off x="233916" y="404037"/>
            <a:ext cx="211587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Using rlog2 full scale</a:t>
            </a:r>
          </a:p>
        </p:txBody>
      </p:sp>
      <p:pic>
        <p:nvPicPr>
          <p:cNvPr id="11" name="Picture 10" descr="A chart of a number of different colored squares&#10;&#10;AI-generated content may be incorrect.">
            <a:extLst>
              <a:ext uri="{FF2B5EF4-FFF2-40B4-BE49-F238E27FC236}">
                <a16:creationId xmlns:a16="http://schemas.microsoft.com/office/drawing/2014/main" id="{71DECFB3-3287-18DC-494D-A286651089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34" y="0"/>
            <a:ext cx="3771900" cy="6858000"/>
          </a:xfrm>
          <a:prstGeom prst="rect">
            <a:avLst/>
          </a:prstGeom>
        </p:spPr>
      </p:pic>
      <p:pic>
        <p:nvPicPr>
          <p:cNvPr id="13" name="Picture 12" descr="A screenshot of a screen shot of a chart&#10;&#10;AI-generated content may be incorrect.">
            <a:extLst>
              <a:ext uri="{FF2B5EF4-FFF2-40B4-BE49-F238E27FC236}">
                <a16:creationId xmlns:a16="http://schemas.microsoft.com/office/drawing/2014/main" id="{E01EAAAD-0F3F-B6AB-3759-8BCAECFE7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0633" y="0"/>
            <a:ext cx="3771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490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CF55B-C2F0-D3B0-545D-8D5DBB959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60394A3-0D95-DEF5-AD25-6FF8D45C06E4}"/>
              </a:ext>
            </a:extLst>
          </p:cNvPr>
          <p:cNvSpPr txBox="1"/>
          <p:nvPr/>
        </p:nvSpPr>
        <p:spPr>
          <a:xfrm>
            <a:off x="10069033" y="40084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6EDC04-5916-9507-1513-A9B0FBF1872C}"/>
              </a:ext>
            </a:extLst>
          </p:cNvPr>
          <p:cNvSpPr txBox="1"/>
          <p:nvPr/>
        </p:nvSpPr>
        <p:spPr>
          <a:xfrm>
            <a:off x="233916" y="404037"/>
            <a:ext cx="234979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Using rlog2 compressed scale</a:t>
            </a:r>
          </a:p>
        </p:txBody>
      </p:sp>
      <p:pic>
        <p:nvPicPr>
          <p:cNvPr id="11" name="Picture 10" descr="A close-up of a chart&#10;&#10;AI-generated content may be incorrect.">
            <a:extLst>
              <a:ext uri="{FF2B5EF4-FFF2-40B4-BE49-F238E27FC236}">
                <a16:creationId xmlns:a16="http://schemas.microsoft.com/office/drawing/2014/main" id="{E95F8133-7B02-9FA7-D7BC-8CF7B665C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4533" y="0"/>
            <a:ext cx="3429000" cy="6858000"/>
          </a:xfrm>
          <a:prstGeom prst="rect">
            <a:avLst/>
          </a:prstGeom>
        </p:spPr>
      </p:pic>
      <p:pic>
        <p:nvPicPr>
          <p:cNvPr id="13" name="Picture 12" descr="A screen shot of a graph&#10;&#10;AI-generated content may be incorrect.">
            <a:extLst>
              <a:ext uri="{FF2B5EF4-FFF2-40B4-BE49-F238E27FC236}">
                <a16:creationId xmlns:a16="http://schemas.microsoft.com/office/drawing/2014/main" id="{99201180-47D3-F613-AF59-1AB047A81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9053" y="0"/>
            <a:ext cx="484860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794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62BBA-B445-64FF-0F1F-B92409CAD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77DF324-3A04-61E3-FCF3-747B474B6411}"/>
              </a:ext>
            </a:extLst>
          </p:cNvPr>
          <p:cNvSpPr txBox="1"/>
          <p:nvPr/>
        </p:nvSpPr>
        <p:spPr>
          <a:xfrm>
            <a:off x="10069033" y="40084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pic>
        <p:nvPicPr>
          <p:cNvPr id="4" name="Picture 3" descr="A diagram of different colored squares&#10;&#10;AI-generated content may be incorrect.">
            <a:extLst>
              <a:ext uri="{FF2B5EF4-FFF2-40B4-BE49-F238E27FC236}">
                <a16:creationId xmlns:a16="http://schemas.microsoft.com/office/drawing/2014/main" id="{148CC4E5-2982-5EC3-E700-41BDD6A43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721" y="48006"/>
            <a:ext cx="7772400" cy="3380994"/>
          </a:xfrm>
          <a:prstGeom prst="rect">
            <a:avLst/>
          </a:prstGeom>
        </p:spPr>
      </p:pic>
      <p:pic>
        <p:nvPicPr>
          <p:cNvPr id="7" name="Picture 6" descr="A diagram of a number of bar graphs&#10;&#10;AI-generated content may be incorrect.">
            <a:extLst>
              <a:ext uri="{FF2B5EF4-FFF2-40B4-BE49-F238E27FC236}">
                <a16:creationId xmlns:a16="http://schemas.microsoft.com/office/drawing/2014/main" id="{5E28B987-4AB4-BEFF-BE7B-A7BF32FEB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5005" y="3429000"/>
            <a:ext cx="7772400" cy="338099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957AB7-22A4-A2D7-16E3-7DD3469768DF}"/>
              </a:ext>
            </a:extLst>
          </p:cNvPr>
          <p:cNvSpPr txBox="1"/>
          <p:nvPr/>
        </p:nvSpPr>
        <p:spPr>
          <a:xfrm>
            <a:off x="0" y="276447"/>
            <a:ext cx="2052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Individual z-scores</a:t>
            </a:r>
          </a:p>
        </p:txBody>
      </p:sp>
    </p:spTree>
    <p:extLst>
      <p:ext uri="{BB962C8B-B14F-4D97-AF65-F5344CB8AC3E}">
        <p14:creationId xmlns:p14="http://schemas.microsoft.com/office/powerpoint/2010/main" val="1066720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79181-501E-DCEC-A0C9-9B0133D8C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B4B9A70-E5E8-1643-6F85-E2E7CF4BCC57}"/>
              </a:ext>
            </a:extLst>
          </p:cNvPr>
          <p:cNvSpPr txBox="1"/>
          <p:nvPr/>
        </p:nvSpPr>
        <p:spPr>
          <a:xfrm>
            <a:off x="10069033" y="40084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C4CCCD-0E10-3856-B719-278150128A67}"/>
              </a:ext>
            </a:extLst>
          </p:cNvPr>
          <p:cNvSpPr txBox="1"/>
          <p:nvPr/>
        </p:nvSpPr>
        <p:spPr>
          <a:xfrm>
            <a:off x="180753" y="159488"/>
            <a:ext cx="3381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Mean Z-score boxplots</a:t>
            </a:r>
          </a:p>
        </p:txBody>
      </p:sp>
      <p:pic>
        <p:nvPicPr>
          <p:cNvPr id="5" name="Picture 4" descr="A chart of different colored rectangular shapes&#10;&#10;AI-generated content may be incorrect.">
            <a:extLst>
              <a:ext uri="{FF2B5EF4-FFF2-40B4-BE49-F238E27FC236}">
                <a16:creationId xmlns:a16="http://schemas.microsoft.com/office/drawing/2014/main" id="{1767B459-633A-59C6-FBA1-DC7255D8C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264108"/>
            <a:ext cx="5864285" cy="4329783"/>
          </a:xfrm>
          <a:prstGeom prst="rect">
            <a:avLst/>
          </a:prstGeom>
        </p:spPr>
      </p:pic>
      <p:pic>
        <p:nvPicPr>
          <p:cNvPr id="8" name="Picture 7" descr="A diagram of different colored rectangular shapes&#10;&#10;AI-generated content may be incorrect.">
            <a:extLst>
              <a:ext uri="{FF2B5EF4-FFF2-40B4-BE49-F238E27FC236}">
                <a16:creationId xmlns:a16="http://schemas.microsoft.com/office/drawing/2014/main" id="{15FFD2A8-6AE3-53FD-2781-3C16DE313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64108"/>
            <a:ext cx="6125077" cy="4522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326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612F1-161F-3298-6DEF-08B76A224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A1E31D8-B21D-05B9-4907-C8B747F70ECA}"/>
              </a:ext>
            </a:extLst>
          </p:cNvPr>
          <p:cNvSpPr txBox="1"/>
          <p:nvPr/>
        </p:nvSpPr>
        <p:spPr>
          <a:xfrm>
            <a:off x="10069033" y="40084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F13709-5526-941A-5671-710B73A018C8}"/>
              </a:ext>
            </a:extLst>
          </p:cNvPr>
          <p:cNvSpPr txBox="1"/>
          <p:nvPr/>
        </p:nvSpPr>
        <p:spPr>
          <a:xfrm>
            <a:off x="180753" y="159488"/>
            <a:ext cx="2179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rlog2  boxplots</a:t>
            </a:r>
          </a:p>
        </p:txBody>
      </p:sp>
      <p:pic>
        <p:nvPicPr>
          <p:cNvPr id="4" name="Picture 3" descr="A diagram of different colored rectangular shapes&#10;&#10;AI-generated content may be incorrect.">
            <a:extLst>
              <a:ext uri="{FF2B5EF4-FFF2-40B4-BE49-F238E27FC236}">
                <a16:creationId xmlns:a16="http://schemas.microsoft.com/office/drawing/2014/main" id="{258A64EB-C668-354F-0C2B-068A250FF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1659" y="882503"/>
            <a:ext cx="6120341" cy="4518837"/>
          </a:xfrm>
          <a:prstGeom prst="rect">
            <a:avLst/>
          </a:prstGeom>
        </p:spPr>
      </p:pic>
      <p:pic>
        <p:nvPicPr>
          <p:cNvPr id="9" name="Picture 8" descr="A chart with different colored squares and dots&#10;&#10;AI-generated content may be incorrect.">
            <a:extLst>
              <a:ext uri="{FF2B5EF4-FFF2-40B4-BE49-F238E27FC236}">
                <a16:creationId xmlns:a16="http://schemas.microsoft.com/office/drawing/2014/main" id="{E51CD9D0-BE33-88AE-C61D-F1E38A828A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8" y="882503"/>
            <a:ext cx="6120341" cy="4518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30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hart of different colored squares&#10;&#10;AI-generated content may be incorrect.">
            <a:extLst>
              <a:ext uri="{FF2B5EF4-FFF2-40B4-BE49-F238E27FC236}">
                <a16:creationId xmlns:a16="http://schemas.microsoft.com/office/drawing/2014/main" id="{00A0E802-A69F-90F1-BB73-20C02FE47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5621" y="0"/>
            <a:ext cx="6060758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DCC0E3-7A87-3B52-DE72-C95DC20F967A}"/>
              </a:ext>
            </a:extLst>
          </p:cNvPr>
          <p:cNvSpPr txBox="1"/>
          <p:nvPr/>
        </p:nvSpPr>
        <p:spPr>
          <a:xfrm>
            <a:off x="10069033" y="40084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28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9008A-F500-86A5-6031-ADC0AB846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45CA47D-0635-8D21-533A-74BAD3D5B3D4}"/>
              </a:ext>
            </a:extLst>
          </p:cNvPr>
          <p:cNvSpPr txBox="1"/>
          <p:nvPr/>
        </p:nvSpPr>
        <p:spPr>
          <a:xfrm>
            <a:off x="10069033" y="40084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16A74C48-9112-38A6-EF23-ACE76006B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102" y="0"/>
            <a:ext cx="51037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77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4A787-421C-7DA8-ED41-3971B43E7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BB4ECD3-7774-D3EF-3499-CDDF06ACAC77}"/>
              </a:ext>
            </a:extLst>
          </p:cNvPr>
          <p:cNvSpPr txBox="1"/>
          <p:nvPr/>
        </p:nvSpPr>
        <p:spPr>
          <a:xfrm>
            <a:off x="10069033" y="40084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pic>
        <p:nvPicPr>
          <p:cNvPr id="4" name="Picture 3" descr="A close-up of a graph&#10;&#10;AI-generated content may be incorrect.">
            <a:extLst>
              <a:ext uri="{FF2B5EF4-FFF2-40B4-BE49-F238E27FC236}">
                <a16:creationId xmlns:a16="http://schemas.microsoft.com/office/drawing/2014/main" id="{B5E8A96E-2475-272D-E2A6-155076012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040" y="0"/>
            <a:ext cx="4457700" cy="6858000"/>
          </a:xfrm>
          <a:prstGeom prst="rect">
            <a:avLst/>
          </a:prstGeom>
        </p:spPr>
      </p:pic>
      <p:pic>
        <p:nvPicPr>
          <p:cNvPr id="7" name="Picture 6" descr="A chart of different colors&#10;&#10;AI-generated content may be incorrect.">
            <a:extLst>
              <a:ext uri="{FF2B5EF4-FFF2-40B4-BE49-F238E27FC236}">
                <a16:creationId xmlns:a16="http://schemas.microsoft.com/office/drawing/2014/main" id="{68816136-12F0-4830-153A-8324FB781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740" y="0"/>
            <a:ext cx="3429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9708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82</Words>
  <Application>Microsoft Macintosh PowerPoint</Application>
  <PresentationFormat>Widescreen</PresentationFormat>
  <Paragraphs>38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Arial Bold</vt:lpstr>
      <vt:lpstr>Office Theme</vt:lpstr>
      <vt:lpstr>RO retinal genes heatmap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Li</dc:creator>
  <cp:lastModifiedBy>William Li</cp:lastModifiedBy>
  <cp:revision>13</cp:revision>
  <dcterms:created xsi:type="dcterms:W3CDTF">2026-02-11T21:21:55Z</dcterms:created>
  <dcterms:modified xsi:type="dcterms:W3CDTF">2026-02-21T01:16:19Z</dcterms:modified>
</cp:coreProperties>
</file>