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F1B4-7256-1659-DBFF-85E113352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09337-6245-BA3F-044E-85B587933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208BA-882D-167C-84D7-5855FB7C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C554-273E-4151-BD4B-3557B99F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E7A66-A928-4449-D840-D5F38375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56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D53D-3D0C-5F01-D326-D6CF6495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6235-34A8-FB05-5D7A-EB41D5C7D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BD9E-01C6-C3DB-86D7-EABDB582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5A3F2-0800-7DEC-9089-3BC9971D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1EF31-25C6-D657-B9D2-92057023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0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A76D-D9BD-C72B-49C7-9E67EBFF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2489E-13A4-EF28-26C3-8D25F17A7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5CAF-FB4C-2BDB-4645-71B0C14C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9C9FB-A312-B1B7-C9C1-C04F7709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7494B-AC20-172E-C733-4793B5CD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7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4EAE-8087-503E-F24A-CA7461E2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387F-8ED9-EF65-F220-2F6A1E462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1216D-1FA5-7213-24D1-05C268DA0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6D091-004C-387A-9388-471DD536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C321E-B711-A3B7-C904-539DE660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179C7-7175-C452-5539-1C4838C0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A098-1104-0A49-B1F9-91F387FD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AB446-368C-3C26-4211-3CF03484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71F21-20D0-E7FA-458D-66AB6DABF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24A95-DE14-15E0-7496-67B600EC8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28A01-97FE-3F0B-C0C1-BC53E5270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CFE01-1623-A237-1C22-B2AE939C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FAEF5D-2D1E-420B-A0D9-865E09B5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662BE-5F5B-98F5-E460-15E154F3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4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0077-DA59-6E7D-DCF0-6F912248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545CAD-5AD6-13AA-F771-7A773C81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C68E8-C90A-AECD-AB8B-DDCE08DF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7FEA7-4D82-AAA8-590A-F1ED0430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8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E2EAF-3177-D72E-0314-98BE9C4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E6991-6A47-63A9-7DC9-7305B72C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F7F48-ACF0-5B9B-77F2-9960E705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9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2B63-429F-E9B8-8E03-3767F840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75262-3D96-6833-A04E-F0F139D1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3A69B-9443-111F-FDEA-F5145F2E3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4F555-0F23-1C28-ACEC-773C7074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4B6F0-14DB-3B94-5553-EBA4FA03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2CA48-36FC-584D-0872-415508EA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5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A457-9FA3-73FD-7B78-419DC6C7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0FAAE0-DD15-A0FD-E827-2DD1CE4F8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821AD-69AB-389D-1FB3-348B575AE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A68DE-C234-6451-CD2F-F32A01CB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F173F-68AD-53AE-5B2C-8248C617C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B0DC3-3855-FEBA-44A7-0FC726FC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0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6E29-E85E-12DE-9FC8-133D0598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F31E2-7875-15B7-1D47-CA0304D3F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48A06-03E4-0CAD-AD72-B5D0B92DE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EA6D4-8FAC-4541-0D12-1B51A917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E29C-1989-A9D8-DCA3-D3377A2D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7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47912-845E-2205-3E06-2A2A1C0B6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5B282-4593-32C9-DA87-1EFF84247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F21D8-7F31-1BB5-8BC0-2114B4C3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10664-E27C-F2B1-CA1C-5CCF42D7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9597-FD8C-A09A-8987-0F71E77F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3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B286A-C017-EF50-769E-17A6034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B114F-E351-0D4B-B302-B15D8EA99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7D974-5062-83C4-EBBA-EBD15DCEF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BA408-173F-4B62-8CF6-603FC8B9755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8B33-4404-E08F-0D21-D2383FC2A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1CC5F-AA15-B1D8-042A-91278D6F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4160E-56CE-4FE9-95A8-BFB31628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3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2232-BD2A-45D2-032F-5957C0730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L4i RO </a:t>
            </a:r>
            <a:r>
              <a:rPr lang="en-US" dirty="0" err="1"/>
              <a:t>stemcell</a:t>
            </a:r>
            <a:r>
              <a:rPr lang="en-US" dirty="0"/>
              <a:t> genes from </a:t>
            </a:r>
            <a:r>
              <a:rPr lang="en-US" dirty="0" err="1"/>
              <a:t>dorgau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F7DF7-F1DE-8749-4EF0-D6E14DBA4C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Li</a:t>
            </a:r>
          </a:p>
        </p:txBody>
      </p:sp>
    </p:spTree>
    <p:extLst>
      <p:ext uri="{BB962C8B-B14F-4D97-AF65-F5344CB8AC3E}">
        <p14:creationId xmlns:p14="http://schemas.microsoft.com/office/powerpoint/2010/main" val="8994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F6704-A464-79F4-D339-95E392E79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310" y="0"/>
            <a:ext cx="314325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A994C-0BF2-844D-F610-00543D232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968" y="0"/>
            <a:ext cx="2522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6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6D195D-6326-8DB2-E297-B06413217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3" y="0"/>
            <a:ext cx="10482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5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A1A7BD-1E33-132E-4FEF-A89827787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3" y="0"/>
            <a:ext cx="10482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A958A-A612-2142-D5C4-DC3CDDC7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87" y="1324792"/>
            <a:ext cx="3639058" cy="2915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44FCCF-13DF-84F6-2E84-715A349A6C2F}"/>
              </a:ext>
            </a:extLst>
          </p:cNvPr>
          <p:cNvSpPr txBox="1"/>
          <p:nvPr/>
        </p:nvSpPr>
        <p:spPr>
          <a:xfrm>
            <a:off x="452487" y="103695"/>
            <a:ext cx="11406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Dorgau</a:t>
            </a:r>
            <a:r>
              <a:rPr lang="en-US" sz="3000" b="1" dirty="0"/>
              <a:t> figures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05CAB-A672-F528-B687-EED40638E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51" y="132313"/>
            <a:ext cx="7179200" cy="4647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CF6D8D-8E52-66D3-98AA-5667BA24440F}"/>
              </a:ext>
            </a:extLst>
          </p:cNvPr>
          <p:cNvSpPr txBox="1"/>
          <p:nvPr/>
        </p:nvSpPr>
        <p:spPr>
          <a:xfrm>
            <a:off x="452487" y="4779390"/>
            <a:ext cx="5643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“In accordance with the position of T2 between horizontal and amacrine cells, high expression of key transcription factors (</a:t>
            </a:r>
            <a:r>
              <a:rPr lang="en-US" i="1" dirty="0"/>
              <a:t>PRDM13</a:t>
            </a:r>
            <a:r>
              <a:rPr lang="en-US" dirty="0"/>
              <a:t>, </a:t>
            </a:r>
            <a:r>
              <a:rPr lang="en-US" i="1" dirty="0"/>
              <a:t>ONECUT1, TFAP2A</a:t>
            </a:r>
            <a:r>
              <a:rPr lang="en-US" dirty="0"/>
              <a:t>) required for differentiation to these two lineages was observed”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00224A-996A-93D5-D386-6113095F6C65}"/>
              </a:ext>
            </a:extLst>
          </p:cNvPr>
          <p:cNvSpPr txBox="1"/>
          <p:nvPr/>
        </p:nvSpPr>
        <p:spPr>
          <a:xfrm>
            <a:off x="6231118" y="5297864"/>
            <a:ext cx="55083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“Similar cell clusters with enriched expression of RPCs and pigmented epithelial cell markers were consistently found in the ciliary margin zone of 10, 11 and 13 PCW eye specimens </a:t>
            </a:r>
            <a:r>
              <a:rPr lang="en-US" dirty="0" err="1"/>
              <a:t>analysed</a:t>
            </a:r>
            <a:r>
              <a:rPr lang="en-US" dirty="0"/>
              <a:t> with the ST approach”</a:t>
            </a:r>
          </a:p>
        </p:txBody>
      </p:sp>
    </p:spTree>
    <p:extLst>
      <p:ext uri="{BB962C8B-B14F-4D97-AF65-F5344CB8AC3E}">
        <p14:creationId xmlns:p14="http://schemas.microsoft.com/office/powerpoint/2010/main" val="141781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L4i RO stemcell genes from dorgau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Li</dc:creator>
  <cp:lastModifiedBy>William Li</cp:lastModifiedBy>
  <cp:revision>3</cp:revision>
  <dcterms:created xsi:type="dcterms:W3CDTF">2026-02-25T03:36:40Z</dcterms:created>
  <dcterms:modified xsi:type="dcterms:W3CDTF">2026-02-25T05:06:53Z</dcterms:modified>
</cp:coreProperties>
</file>