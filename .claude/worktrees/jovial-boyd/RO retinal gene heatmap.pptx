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57A9-F442-AC5A-939F-CD25EEA5E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71E33-161E-583E-D2F2-E94D73229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69627-8BCE-F635-A346-BD354162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6B302-C427-73E4-DCD0-61EBE932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AA416-6B2C-68B6-0AEF-BD6C52C4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3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0EA0-9B1C-42D8-391E-8BB0CC5D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66A8E-A4BD-0529-549D-DD08B9035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58D30-248C-27C6-E55F-65011FA5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438A8-B39E-97E8-1F92-3E54CF3BF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788E5-ECF1-F3B2-E4FB-CBE3D683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4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CC5E-BE85-6C40-D896-F266F296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9BFF3-B9B7-CD06-A111-BE0F0A2CD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B6721-FF80-AAA8-372C-F581676E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04A37-EA20-0C21-ACF8-30D1B35A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EB3F0-8950-AAAC-ADF2-D6414544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3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A6B2-A85C-39F7-A03A-6694B947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080BA-CCCA-FE42-E873-9BB452779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927AA-5CE6-0D5E-BE02-633BAB11F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995B4-1618-47CF-9E92-58462368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000A4-F195-8687-1396-C0EA106D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80E86-40B3-B9D9-BA29-3360A15D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5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2365-343B-A57A-1DB4-B41926F7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0D6CB-E8DC-9A8F-94FB-807D8C3FA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91A89-9765-1234-C3FF-0C2B74164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76B3E2-B560-2C2B-5ABB-8B8A2B745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F346D-8CD0-7248-894A-04918885F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EE9E9-1126-5C0C-7142-20ACC7247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029D23-A79F-870B-B114-2B71397E4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DA465-E0F6-2C21-E86D-1CBC398C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9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38F6-F275-B2CE-ACB7-50B8D853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9449D-3D78-A556-A384-9F60B92B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F0323-E2F9-B84B-3A2F-71B0A41B4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DC476-5ED6-FD1D-4347-402F62B7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7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4D7F2-804B-9C30-2A9E-B21411364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5D17D9-0CDD-2713-D779-AA2D0602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D335A-1BFF-B6C7-3AD2-74C55035B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5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2426-5962-DEF1-D4B5-74DC38B3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AB5AE-17DD-6C61-1931-23565AA1E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B7718-952D-75F7-9AEA-301CB74E1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6D7F8-0B1F-0F18-92C9-541DAB31D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D3E34-46F3-93B5-CFE0-219B8EF3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F0728-763B-4B96-11E6-86231E6C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9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5197-D346-120B-0649-E23EECD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E565E-3811-5BD2-24D8-C717BBEE9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A8E0E-A722-DCEB-3BC8-49A04BF9E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33F36-E54A-CD2F-16FD-FC620E49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D16AD-8CD6-4369-07AA-628F793E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46EF5-1FD5-DE24-5A2B-59039E7D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5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EBE0-2E46-383F-52E8-2E7D4A87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ABBF0-5028-90BA-BC57-5546181B3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F7C6A-79DB-45A6-10B3-ADF9EFAE3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9C969-2F76-D9CF-E3BE-32B33473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3E9B-6231-5F9A-60AD-9FB565BE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E8B85-9951-62F8-7205-189DF5B6C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1546A-7411-F910-6F22-2E079FF59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2F9F8-705C-0ED0-3646-93E1001E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FC86C-83CC-B554-7A49-4B2028AC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94BF6-652A-A104-2E07-517B3DF7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5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C23C6-83D6-1C2F-3225-551232B4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9EDF5-87C6-A5F0-7C7C-C2F0BB3F8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B7C68-C73D-4225-76D2-A50089DFA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B045F-121F-2142-86B6-83866A4C19C2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BC7E-1D75-98E1-496D-3A4ED132B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10B78-61E8-DE5C-441B-42040D194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3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8345-20ED-F869-9729-33A0CC3978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 retinal genes heatmap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342A3-F8EA-1C70-C345-6FED29D18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 Li</a:t>
            </a:r>
          </a:p>
        </p:txBody>
      </p:sp>
    </p:spTree>
    <p:extLst>
      <p:ext uri="{BB962C8B-B14F-4D97-AF65-F5344CB8AC3E}">
        <p14:creationId xmlns:p14="http://schemas.microsoft.com/office/powerpoint/2010/main" val="320550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00A0E802-A69F-90F1-BB73-20C02FE47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621" y="0"/>
            <a:ext cx="606075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DCC0E3-7A87-3B52-DE72-C95DC20F967A}"/>
              </a:ext>
            </a:extLst>
          </p:cNvPr>
          <p:cNvSpPr txBox="1"/>
          <p:nvPr/>
        </p:nvSpPr>
        <p:spPr>
          <a:xfrm>
            <a:off x="10069033" y="40084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29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RO retinal genes heatmap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Li</dc:creator>
  <cp:lastModifiedBy>William Li</cp:lastModifiedBy>
  <cp:revision>2</cp:revision>
  <dcterms:created xsi:type="dcterms:W3CDTF">2026-02-11T21:21:55Z</dcterms:created>
  <dcterms:modified xsi:type="dcterms:W3CDTF">2026-02-11T21:25:31Z</dcterms:modified>
</cp:coreProperties>
</file>